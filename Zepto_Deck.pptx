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70" r:id="rId6"/>
    <p:sldId id="272" r:id="rId7"/>
    <p:sldId id="260" r:id="rId8"/>
    <p:sldId id="261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391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164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068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678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179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431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166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254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098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542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778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624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19200"/>
            <a:ext cx="7772400" cy="1470025"/>
          </a:xfrm>
        </p:spPr>
        <p:txBody>
          <a:bodyPr>
            <a:normAutofit/>
          </a:bodyPr>
          <a:lstStyle/>
          <a:p>
            <a:r>
              <a:rPr dirty="0" err="1"/>
              <a:t>Zepto</a:t>
            </a:r>
            <a:r>
              <a:rPr dirty="0"/>
              <a:t> Retail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1214" y="2689225"/>
            <a:ext cx="7086600" cy="739775"/>
          </a:xfrm>
        </p:spPr>
        <p:txBody>
          <a:bodyPr/>
          <a:lstStyle/>
          <a:p>
            <a:r>
              <a:rPr lang="en-IN" dirty="0"/>
              <a:t>Case Study</a:t>
            </a:r>
            <a:r>
              <a:rPr dirty="0"/>
              <a:t> | SQL +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Revenue driven by few key categories</a:t>
            </a:r>
          </a:p>
          <a:p>
            <a:r>
              <a:t>Discount strategy not directly impacting sales</a:t>
            </a:r>
          </a:p>
          <a:p>
            <a:r>
              <a:t>Inventory inefficiencies causing revenue leakage</a:t>
            </a:r>
          </a:p>
          <a:p>
            <a:r>
              <a:t>Opportunity to optimize pricing &amp; stock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Identify revenue drivers across categories</a:t>
            </a:r>
          </a:p>
          <a:p>
            <a:r>
              <a:t>Evaluate discount effectiveness</a:t>
            </a:r>
          </a:p>
          <a:p>
            <a:r>
              <a:t>Analyze inventory risks</a:t>
            </a:r>
          </a:p>
          <a:p>
            <a:r>
              <a:t>Improve overall retail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1667 products analyzed</a:t>
            </a:r>
          </a:p>
          <a:p>
            <a:r>
              <a:rPr dirty="0"/>
              <a:t>Key metrics: Revenue, Quantity, Discount %</a:t>
            </a:r>
          </a:p>
          <a:p>
            <a:r>
              <a:rPr dirty="0"/>
              <a:t>Categories: FMCG, Produce, Essentials</a:t>
            </a:r>
          </a:p>
          <a:p>
            <a:r>
              <a:rPr dirty="0"/>
              <a:t>Data cleaned and transformed using SQL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Viz 1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A92E88-99B1-4526-9CB6-C0779C12AE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841" r="26083" b="7801"/>
          <a:stretch/>
        </p:blipFill>
        <p:spPr>
          <a:xfrm>
            <a:off x="226243" y="1793448"/>
            <a:ext cx="8375715" cy="408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366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Viz 2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A2192D-D1B2-4980-A938-28B564BEA1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80" t="13024" r="43299" b="47022"/>
          <a:stretch/>
        </p:blipFill>
        <p:spPr>
          <a:xfrm>
            <a:off x="443060" y="2030756"/>
            <a:ext cx="3978111" cy="31296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9206FC-AB6D-4A76-8855-33E0DE2A093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217" t="19988" r="60103" b="29611"/>
          <a:stretch/>
        </p:blipFill>
        <p:spPr>
          <a:xfrm>
            <a:off x="5328196" y="2183693"/>
            <a:ext cx="2988297" cy="39625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87356C-57A9-4141-AED6-DCC6FDD01635}"/>
              </a:ext>
            </a:extLst>
          </p:cNvPr>
          <p:cNvSpPr txBox="1"/>
          <p:nvPr/>
        </p:nvSpPr>
        <p:spPr>
          <a:xfrm>
            <a:off x="5667558" y="1661424"/>
            <a:ext cx="2648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Data modelling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846569-6B98-4274-912B-05889F6391AA}"/>
              </a:ext>
            </a:extLst>
          </p:cNvPr>
          <p:cNvCxnSpPr>
            <a:cxnSpLocks/>
          </p:cNvCxnSpPr>
          <p:nvPr/>
        </p:nvCxnSpPr>
        <p:spPr>
          <a:xfrm>
            <a:off x="4722830" y="1213275"/>
            <a:ext cx="0" cy="52817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4F88B69C-A0A4-42C5-ABEB-39D529000BA5}"/>
              </a:ext>
            </a:extLst>
          </p:cNvPr>
          <p:cNvSpPr/>
          <p:nvPr/>
        </p:nvSpPr>
        <p:spPr>
          <a:xfrm>
            <a:off x="1497132" y="1724644"/>
            <a:ext cx="13475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Table Matrix</a:t>
            </a:r>
          </a:p>
        </p:txBody>
      </p:sp>
    </p:spTree>
    <p:extLst>
      <p:ext uri="{BB962C8B-B14F-4D97-AF65-F5344CB8AC3E}">
        <p14:creationId xmlns:p14="http://schemas.microsoft.com/office/powerpoint/2010/main" val="2196317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9116"/>
            <a:ext cx="8229600" cy="4525963"/>
          </a:xfrm>
        </p:spPr>
        <p:txBody>
          <a:bodyPr/>
          <a:lstStyle/>
          <a:p>
            <a:endParaRPr dirty="0"/>
          </a:p>
          <a:p>
            <a:r>
              <a:rPr dirty="0"/>
              <a:t>Total Revenue: 122M</a:t>
            </a:r>
          </a:p>
          <a:p>
            <a:r>
              <a:rPr dirty="0"/>
              <a:t>Total Products: 1667</a:t>
            </a:r>
          </a:p>
          <a:p>
            <a:r>
              <a:rPr dirty="0"/>
              <a:t>Avg Discount: 7.63%</a:t>
            </a:r>
          </a:p>
          <a:p>
            <a:r>
              <a:rPr dirty="0"/>
              <a:t>Total Sold: 796K</a:t>
            </a:r>
          </a:p>
          <a:p>
            <a:r>
              <a:rPr dirty="0"/>
              <a:t>Revenue per Product: 73K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Category Performance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21408"/>
            <a:ext cx="3367726" cy="2431738"/>
          </a:xfrm>
        </p:spPr>
        <p:txBody>
          <a:bodyPr/>
          <a:lstStyle/>
          <a:p>
            <a:r>
              <a:rPr dirty="0"/>
              <a:t>Fruits &amp; Vegetables dominate revenue</a:t>
            </a:r>
          </a:p>
          <a:p>
            <a:r>
              <a:rPr dirty="0"/>
              <a:t>Cooking Essentials contribute significantly</a:t>
            </a:r>
          </a:p>
          <a:p>
            <a:r>
              <a:rPr dirty="0"/>
              <a:t>Long tail categories contribute minimal revenue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2EA8D2-63C2-49E5-8E9D-DE33661365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96" t="55544" r="68453" b="24044"/>
          <a:stretch/>
        </p:blipFill>
        <p:spPr>
          <a:xfrm>
            <a:off x="4571999" y="2121409"/>
            <a:ext cx="4166647" cy="264261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F8E784A-2480-4647-AA20-3DC46912BC18}"/>
              </a:ext>
            </a:extLst>
          </p:cNvPr>
          <p:cNvSpPr/>
          <p:nvPr/>
        </p:nvSpPr>
        <p:spPr>
          <a:xfrm>
            <a:off x="685800" y="4764025"/>
            <a:ext cx="23432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Top Product Insights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9C20A3-4FB2-4D06-BB3A-0C7CE09A005F}"/>
              </a:ext>
            </a:extLst>
          </p:cNvPr>
          <p:cNvSpPr/>
          <p:nvPr/>
        </p:nvSpPr>
        <p:spPr>
          <a:xfrm>
            <a:off x="685799" y="5127627"/>
            <a:ext cx="813768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Top 10 products drive majority sales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High dependency on few SKUs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Opportunity to diversify product performance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Discount Strategy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706629"/>
            <a:ext cx="7772400" cy="4050792"/>
          </a:xfrm>
        </p:spPr>
        <p:txBody>
          <a:bodyPr/>
          <a:lstStyle/>
          <a:p>
            <a:endParaRPr dirty="0"/>
          </a:p>
          <a:p>
            <a:r>
              <a:rPr dirty="0"/>
              <a:t>Higher discounts do not guarantee higher sales</a:t>
            </a:r>
          </a:p>
          <a:p>
            <a:r>
              <a:rPr dirty="0"/>
              <a:t>Optimal pricing strategy needed</a:t>
            </a:r>
          </a:p>
          <a:p>
            <a:r>
              <a:rPr dirty="0"/>
              <a:t>Potential margin loss due to excessive discounting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Inventory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21408"/>
            <a:ext cx="3886200" cy="4050792"/>
          </a:xfrm>
        </p:spPr>
        <p:txBody>
          <a:bodyPr/>
          <a:lstStyle/>
          <a:p>
            <a:endParaRPr dirty="0"/>
          </a:p>
          <a:p>
            <a:r>
              <a:rPr dirty="0"/>
              <a:t>Out-of-stock high-value items detected</a:t>
            </a:r>
          </a:p>
          <a:p>
            <a:r>
              <a:rPr dirty="0"/>
              <a:t>Low stock products risk future sales</a:t>
            </a:r>
          </a:p>
          <a:p>
            <a:r>
              <a:rPr dirty="0"/>
              <a:t>Inventory imbalance across categories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28B312-BEBD-47D4-8A55-FFD10D2B1D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80" t="12108" r="46185" b="40424"/>
          <a:stretch/>
        </p:blipFill>
        <p:spPr>
          <a:xfrm>
            <a:off x="4880727" y="1510834"/>
            <a:ext cx="3886201" cy="466136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Revenue concentration risk exists</a:t>
            </a:r>
          </a:p>
          <a:p>
            <a:r>
              <a:t>Inventory inefficiencies impacting growth</a:t>
            </a:r>
          </a:p>
          <a:p>
            <a:r>
              <a:t>Discount strategy needs optimization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Optimize pricing using data-driven approach</a:t>
            </a:r>
          </a:p>
          <a:p>
            <a:r>
              <a:t>Improve inventory planning &amp; forecasting</a:t>
            </a:r>
          </a:p>
          <a:p>
            <a:r>
              <a:t>Focus on high-performing categories</a:t>
            </a:r>
          </a:p>
          <a:p>
            <a:r>
              <a:t>Reduce dependency on top SKUs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Increase revenue by optimizing pricing</a:t>
            </a:r>
          </a:p>
          <a:p>
            <a:r>
              <a:t>Reduce stockouts and lost sales</a:t>
            </a:r>
          </a:p>
          <a:p>
            <a:r>
              <a:t>Improve profitability</a:t>
            </a:r>
          </a:p>
          <a:p>
            <a:r>
              <a:t>Enable better strategic decisions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Data-driven insights unlock growth potential</a:t>
            </a:r>
          </a:p>
          <a:p>
            <a:r>
              <a:t>Power BI dashboard enables real-time monitoring</a:t>
            </a:r>
          </a:p>
          <a:p>
            <a:r>
              <a:t>Scalable solution for retail analytics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21</TotalTime>
  <Words>258</Words>
  <Application>Microsoft Office PowerPoint</Application>
  <PresentationFormat>On-screen Show (4:3)</PresentationFormat>
  <Paragraphs>71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Rockwell</vt:lpstr>
      <vt:lpstr>Rockwell Condensed</vt:lpstr>
      <vt:lpstr>Wingdings</vt:lpstr>
      <vt:lpstr>Wood Type</vt:lpstr>
      <vt:lpstr>Zepto Retail Analytics</vt:lpstr>
      <vt:lpstr>Executive Summary</vt:lpstr>
      <vt:lpstr>Business Problem</vt:lpstr>
      <vt:lpstr>Data Overview</vt:lpstr>
      <vt:lpstr>Dashboard Viz 1</vt:lpstr>
      <vt:lpstr>Dashboard Viz 2</vt:lpstr>
      <vt:lpstr>Key Metrics</vt:lpstr>
      <vt:lpstr>Category Performance Insights</vt:lpstr>
      <vt:lpstr>Discount Strategy Analysis</vt:lpstr>
      <vt:lpstr>Inventory Insights</vt:lpstr>
      <vt:lpstr>Key Findings</vt:lpstr>
      <vt:lpstr>Recommendations</vt:lpstr>
      <vt:lpstr>Expected Business Impact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Zepto Retail Analytics</dc:title>
  <dc:subject/>
  <dc:creator/>
  <cp:keywords/>
  <dc:description>generated using python-pptx</dc:description>
  <cp:lastModifiedBy>Sethuraman B</cp:lastModifiedBy>
  <cp:revision>4</cp:revision>
  <dcterms:created xsi:type="dcterms:W3CDTF">2013-01-27T09:14:16Z</dcterms:created>
  <dcterms:modified xsi:type="dcterms:W3CDTF">2026-04-14T11:12:43Z</dcterms:modified>
  <cp:category/>
</cp:coreProperties>
</file>